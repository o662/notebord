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9: Momentum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Physics 101 · 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Impulse = force × time</a:t>
            </a:r>
          </a:p>
          <a:p>
            <a:pPr lvl="1"/>
            <a:r>
              <a:t>Same as the change in momentum</a:t>
            </a:r>
          </a:p>
          <a:p>
            <a:r>
              <a:t>Measured in N·s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 vs. inelastic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Elastic: kinetic energy kept</a:t>
            </a:r>
          </a:p>
        </p:txBody>
      </p:sp>
      <p:sp>
        <p:nvSpPr>
          <p:cNvPr id="4" name="Oval 3"/>
          <p:cNvSpPr/>
          <p:nvPr/>
        </p:nvSpPr>
        <p:spPr>
          <a:xfrm>
            <a:off x="6400800" y="1828800"/>
            <a:ext cx="3657600" cy="1828800"/>
          </a:xfrm>
          <a:prstGeom prst="ellipse">
            <a:avLst/>
          </a:prstGeom>
          <a:solidFill>
            <a:srgbClr val="F6E1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8E4220"/>
                </a:solidFill>
              </a:rPr>
              <a:t>Inelastic: some lost</a:t>
            </a:r>
          </a:p>
        </p:txBody>
      </p:sp>
      <p:pic>
        <p:nvPicPr>
          <p:cNvPr id="5" name="Picture 4" descr="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0"/>
            <a:ext cx="1828800" cy="1143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420624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r>
                        <a:t>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